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NEXT-GENERATION SOFTWARE ENGINEERING EDUCATION</a:t>
            </a:r>
          </a:p>
          <a:p>
            <a:pPr>
              <a:defRPr sz="4800" b="1">
                <a:solidFill>
                  <a:srgbClr val="F8FAFC"/>
                </a:solidFill>
              </a:defRPr>
            </a:pPr>
            <a:r>
              <a:t>BuggyMan</a:t>
            </a: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AI-Driven Debugging &amp; Interactive Assessment Platform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An end-to-end evaluation suite bridging algorithmic theory and production engineering across Backend, SQL Lab, and Frontend Studio.</a:t>
            </a:r>
          </a:p>
          <a:p>
            <a:pPr>
              <a:spcBef>
                <a:spcPts val="1600"/>
              </a:spcBef>
              <a:defRPr sz="1100" b="1">
                <a:solidFill>
                  <a:srgbClr val="10B981"/>
                </a:solidFill>
              </a:defRPr>
            </a:pPr>
            <a:r>
              <a:t>Full Stack Architecture  |  120 Real-World Challenges  |  Adaptive Progression Engine  |  Multi-Tier Testing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Industry Challenge &amp; The BuggyMan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The Industry Problem</a:t>
            </a:r>
            <a:endParaRPr lang="en-US" dirty="0"/>
          </a:p>
          <a:p>
            <a:pPr>
              <a:lnSpc>
                <a:spcPct val="150000"/>
              </a:lnSpc>
              <a:defRPr sz="1000" b="1">
                <a:solidFill>
                  <a:srgbClr val="F43F5E"/>
                </a:solidFill>
              </a:defRPr>
            </a:pPr>
            <a:r>
              <a:rPr dirty="0"/>
              <a:t>● CURRENT EDUCATIONAL GAP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Traditional platforms (</a:t>
            </a:r>
            <a:r>
              <a:rPr dirty="0" err="1"/>
              <a:t>LeetCode</a:t>
            </a:r>
            <a:r>
              <a:rPr dirty="0"/>
              <a:t>, </a:t>
            </a:r>
            <a:r>
              <a:rPr dirty="0" err="1"/>
              <a:t>HackerRank</a:t>
            </a:r>
            <a:r>
              <a:rPr dirty="0"/>
              <a:t>) focus on syntax recall and rote algorithm memorization.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Engineers spend 50-70% of professional time debugging real-world systems, not writing isolated Fibonacci functions.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Lack of realistic environments: Concurrency deadlocks, database query bottlenecks, and UI state desynchronization are absent.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No personalized adaptability: Beginners get overwhelmed by obscure problems while experienced developers get bored.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The </a:t>
            </a:r>
            <a:r>
              <a:rPr dirty="0" err="1"/>
              <a:t>BuggyMan</a:t>
            </a:r>
            <a:r>
              <a:rPr dirty="0"/>
              <a:t> Innovation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rPr dirty="0"/>
              <a:t>● NEXT-GEN REMEDIATION PLATFORM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Authentic Production Debugging: 120 hand-crafted scenarios simulating actual enterprise production defects.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Three Dedicated Arenas: Code Challenges (Backend/Concurrency), SQL Lab (Query/Deadlocks), and Frontend Studio (React/DOM).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Adaptive Learning Calibration: Custom onboarding calibrates feeds to each engineer's strengths and weaknesses.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AI-Assisted Learning &amp; Gamification: Context-aware AI hints, </a:t>
            </a:r>
            <a:r>
              <a:rPr dirty="0" err="1"/>
              <a:t>BugBytes</a:t>
            </a:r>
            <a:r>
              <a:rPr dirty="0"/>
              <a:t> virtual economy, and real-time multiplayer PvP battles.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System Architecture &amp; Engineering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Frontend Application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t>● CLIENT TIER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React 18 &amp; Vite: High-performance single-page app with sub-second hot reloads.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Monaco Code Editor: The industry-standard VS Code editor engine with multi-file tabs.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TailwindCSS: Custom dark/light mode system with WCAG AAA accessibility.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Recharts &amp; Lucide: Interactive radar profilers, velocity charts, and SVG icon 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308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Backend &amp; Micro-Engines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● SERVER &amp; STORAGE TIER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Django REST Framework: Robust API endpoints with token/session authentication.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Neon PostgreSQL: High-availability cloud SQL storage with automated migrations.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Isolated Evaluation Engine: Secure sandboxed Python execution with stdout/stderr capture.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In-Memory SQLite Sandbox: Ephemeral database runner for SQL query execution and schema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308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Intelligence &amp; Schedulers</a:t>
            </a:r>
          </a:p>
          <a:p>
            <a:pPr>
              <a:lnSpc>
                <a:spcPct val="150000"/>
              </a:lnSpc>
              <a:defRPr sz="1000" b="1">
                <a:solidFill>
                  <a:srgbClr val="A855F7"/>
                </a:solidFill>
              </a:defRPr>
            </a:pPr>
            <a:r>
              <a:t>● INTELLIGENCE TIER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ML Recommendation Engine: Rule-based skill profiler mapping strengths and growth areas.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Curated Deck Schedulers: Dynamically selects and interleaves 20-26 challenges per user.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Deterministic Hash Shuffler: Ensures unique challenge ordering for each individual user.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AI Hint Microservice: BugBytes integration for staged progressive hints without spoiling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 Onboarding &amp; Device Avatar Upload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Multi-Step Registration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rPr dirty="0"/>
              <a:t>● ONBOARDING FUNNEL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Step 1: Account credentials with live password complexity feedback meter.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Step 2: Profile info, institution/college, bio, and custom avatar setup.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Step 3: Skill profiling selecting strengths (Backend, SQL, Frontend, APIs) and weaknesses.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Step 4: Workspace customization including light/dark theme and accent colors.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333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Custom Device Avatar Upload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rPr dirty="0"/>
              <a:t>● MEDIA CAPABILITY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Direct Upload from Device: Users can pick any PNG, JPG, or WEBP photo from their device.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Client-Side Canvas Compression: Automatically resizes photos to max 400x400 at 88% JPEG quality.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Zero Cloud Bloat: Generates lightweight Data URLs (~30KB–50KB) stored natively in DB.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Available Everywhere: Supported across Signup, Onboarding setup modal, and User Profile edit.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52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Zero-Cold-Start Profile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rPr dirty="0"/>
              <a:t>● PROFILING FOUNDATION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Initial Calibration: Onboarding strengths and weaknesses seed the user's initial skill matrix.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Dynamic Recalibration: Matrix continuously recalculates with every submission and test run.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Instant Workspace Setup: Guides users directly into their personalized challenges upon 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Developer Dashboard &amp; Progress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38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Key Dashboard Modules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rPr dirty="0"/>
              <a:t>● CENTRAL COMMAND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Adaptive Challenge Recommendations: Real-time top recommended problems targeting user's growth areas.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Streak &amp; Velocity Tracker: Daily active calendar streak counter and total XP score meters.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Quick Arena Launchers: One-click jump cards for Code Challenges, SQL Lab, and Frontend Studio.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Multiplayer PvP Banner: Instant access to PvP matchmaking and ongoing live arena rooms.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Recent Activity Timeline: Chronological record of recent submissions, hints unlocked, and badges earned.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Dynamic Learning Pathways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rPr dirty="0"/>
              <a:t>● STUDENT &amp; DEV ENGAGEMENT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Visual Milestone Tracking: Highlights next unlockable achievements and level progress.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</a:t>
            </a:r>
            <a:r>
              <a:rPr dirty="0" err="1"/>
              <a:t>BugBytes</a:t>
            </a:r>
            <a:r>
              <a:rPr dirty="0"/>
              <a:t> Balance Overview: Live token counter indicating credits for hints and store missions.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Unassessed Profile Prompts: Contextual alerts encouraging new users to calibrate their debugging radar.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Seamless Theme Consistency: Fluid toggle between high-contrast Dark Mode and clean Light Mode.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Code Challenges Arena (Backend &amp; Concurrency)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031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Scenario Scope (50 Tasks)</a:t>
            </a:r>
          </a:p>
          <a:p>
            <a:pPr>
              <a:lnSpc>
                <a:spcPct val="150000"/>
              </a:lnSpc>
              <a:defRPr sz="1000" b="1">
                <a:solidFill>
                  <a:srgbClr val="F43F5E"/>
                </a:solidFill>
              </a:defRPr>
            </a:pPr>
            <a:r>
              <a:rPr dirty="0"/>
              <a:t>● REAL-WORLD CODE DEFECTS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Concurrency &amp; Distributed Systems: Distributed locks, double-execution race conditions, deadlocks.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API &amp; Protocol Failures: Base64 cursor pagination bugs, rate limiter backoffs, webhook retries.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Data Integrity &amp; Security: Permission check order, SQL injection sanitization, memory leak parsers.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2777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Integrated Editor Suite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rPr dirty="0"/>
              <a:t>● DEVELOPER WORKSPACE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Full Monaco Code Editor: Syntax highlighting, auto-complete, and indentation matching VS Code.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Multi-File Tab Support: Edit primary code files alongside read-only helper modules and drivers.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Execution Controls: 'Run Code' for local sample test verification and 'Submit Solution' for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52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Real-Time Evaluation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rPr dirty="0"/>
              <a:t>● SANDBOX ENGINE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Sub-Second Test Runner: Runs unit tests with execution timer and memory boundary guards.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Detailed Output Panel: Live </a:t>
            </a:r>
            <a:r>
              <a:rPr dirty="0" err="1"/>
              <a:t>stdout</a:t>
            </a:r>
            <a:r>
              <a:rPr dirty="0"/>
              <a:t>/stderr terminal output with detailed assertion diffs.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Progressive AI Hints: Tiered guidance (Conceptual Clue -&gt; Targeted Area -&gt; Solution Walkthrough).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SQL Lab (Database &amp; Query Optimization)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59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SQL Problem Scope (35 Tasks)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rPr dirty="0"/>
              <a:t>● DATABASE SCENARIOS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Aggregation Correctness: Flawed GROUP BY queries, incorrect NULL counting, monetary rounding errors.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Complex Relational Joins: Cartesian product explosions, accidental filtering of outer joins.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Query Optimization: Slow subqueries, missing composite index assumptions, recursive CTE cycles.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Data Isolation: Concurrent inventory reservation race conditions and soft-delete record leaks.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3031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Interactive Database Tools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rPr dirty="0"/>
              <a:t>● DB EXPLORER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Embedded SQL Editor: Monaco editor configured with SQL syntax and keyword auto-completion.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Live Schema Inspector: Collapsible panels detailing tables, columns, constraints, and mock rows.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In-Memory Database Sandbox: Executes queries inside an ephemeral SQLite sandbox safely.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777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Validation Engine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rPr dirty="0"/>
              <a:t>● QUERY EVALUATOR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Dataset Diffing: Compares actual query output tables against expected golden query results.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Performance &amp; Plan Verification: Validates execution efficiency and order-independent record sets.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Immediate Error Diagnostics: Detailed SQLite error messages for syntax and runtime mismatches.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Frontend Studio (React State &amp; UI Debugging)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33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Frontend Scenarios (35 Tasks)</a:t>
            </a:r>
          </a:p>
          <a:p>
            <a:pPr>
              <a:lnSpc>
                <a:spcPct val="150000"/>
              </a:lnSpc>
              <a:defRPr sz="1000" b="1">
                <a:solidFill>
                  <a:srgbClr val="A855F7"/>
                </a:solidFill>
              </a:defRPr>
            </a:pPr>
            <a:r>
              <a:t>● UI DEFECT CATALOG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State Mutation Defect: Direct mutation of state arrays/objects bypassing re-renders.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Async Race Conditions: Stale closures in useEffect, unhandled unmounting, race conditions in API fetches.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Form &amp; Controlled Inputs: Uncontrolled vs controlled input warnings, missing key prop reconciliation.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Layout &amp; CSS Regressions: Flexbox overflow clipping, broken responsive grid breakpoints.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252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Live Component Sandbox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● INTERACTIVE DOM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Interactive Preview Frame: Real-time rendering of React components as user writes code.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Simulated User Actions: Click, type, and toggle triggers inside the preview sandbox.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Console Output Panel: Captures virtual DOM warnings, console.log traces, and uncaught exceptions.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269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Automated Test Assertions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TESTING ENGINE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DOM State Verification: Asserts that correct elements render in response to user events.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State Purity Checks: Verifies that component state transitions comply with immutable patterns.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Instant Visual Feedback: Clean status badges indicating DOM test pass/fail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Multiplayer PvP Arena &amp; Real-Time Battles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Real-Time Competitive Battles</a:t>
            </a:r>
          </a:p>
          <a:p>
            <a:pPr>
              <a:lnSpc>
                <a:spcPct val="150000"/>
              </a:lnSpc>
              <a:defRPr sz="1000" b="1">
                <a:solidFill>
                  <a:srgbClr val="F43F5E"/>
                </a:solidFill>
              </a:defRPr>
            </a:pPr>
            <a:r>
              <a:rPr dirty="0"/>
              <a:t>● SYNCHRONIZED BATTLES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Head-to-Head Debugging: 2 engineers enter a synchronized room to debug the same broken codebase.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Live Room Architecture: Room creation, opponent joining, ready states, and real-time status updates.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Race Against the Clock: Countdown timers with instant victory awards for the first valid submission.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Anti-Cheat &amp; Validation: Isolated evaluation ensures concurrent submissions are checked independently.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Gamification &amp; Leaderboard</a:t>
            </a:r>
          </a:p>
          <a:p>
            <a:pPr>
              <a:lnSpc>
                <a:spcPct val="150000"/>
              </a:lnSpc>
              <a:defRPr sz="1000" b="1">
                <a:solidFill>
                  <a:srgbClr val="F59E0B"/>
                </a:solidFill>
              </a:defRPr>
            </a:pPr>
            <a:r>
              <a:t>● COMPETITIVE RANKINGS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Live Elo &amp; Rating System: Dynamic points awarded based on opponent rating and completion speed.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Global &amp; Monthly Leaderboards: Filterable rankings across all arenas with podium badges.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Battle Room Chat &amp; Spectating: Real-time status logs of tests passed by opponent during battle.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Victory Rewards: Bonus BugBytes credits and exclusive PvP Master profile badges.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BugBytes Virtual Store &amp; Mission 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252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Virtual Economy Concept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ECONOMY MODEL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Free-to-Play Education: Solving debugging challenges is 100% free and earns BugBytes naturally.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Earning Velocity: +10 BugBytes for Easy, +20 for Medium, +35 for Hard challenges solved.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Fair Progression: Ensures users can never buy solutions—hints only guide conceptual thinking.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252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Tiered AI Hint Unlocks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● HINT MECHANICS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Tier 1 Clue (10 BugBytes): Highlights the general area or faulty method.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Tier 2 Breakdown (25 BugBytes): Pinpoints the exact root cause and anti-pattern.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Tier 3 Walkthrough (40 BugBytes): Provides pseudo-code solution guidance without writing it for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52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Simulated Refund Missions</a:t>
            </a:r>
          </a:p>
          <a:p>
            <a:pPr>
              <a:lnSpc>
                <a:spcPct val="150000"/>
              </a:lnSpc>
              <a:defRPr sz="1000" b="1">
                <a:solidFill>
                  <a:srgbClr val="F59E0B"/>
                </a:solidFill>
              </a:defRPr>
            </a:pPr>
            <a:r>
              <a:t>● RETENTION DRIVERS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Sprint Commitments: Users can purchase mock BugByte packages with simulated money-back missions.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Deadline Challenges: Solve N challenges within a set timeframe to earn 100% virtual refunds.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Gamified Discipline: Incentivizes consistent daily practice and habit 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PLATFORM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Career Insights, User Profile &amp; Admin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031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rPr dirty="0"/>
              <a:t>Career Insights &amp; Radar</a:t>
            </a:r>
          </a:p>
          <a:p>
            <a:pPr>
              <a:lnSpc>
                <a:spcPct val="150000"/>
              </a:lnSpc>
              <a:defRPr sz="1000" b="1">
                <a:solidFill>
                  <a:srgbClr val="A855F7"/>
                </a:solidFill>
              </a:defRPr>
            </a:pPr>
            <a:r>
              <a:rPr dirty="0"/>
              <a:t>● SKILL CREDENTIALS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Visual Skill Radar: Multi-axis breakdown of proficiency across Backend, SQL, Frontend, and APIs.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Bug Signature Detection: Identifies recurring student error patterns (off-by-one, race condition).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rPr dirty="0"/>
              <a:t>•  AI Learning Path: Suggests tailored career paths (Full Stack, Database Engineer, Backend Specialist).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2269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User Profile Management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t>● DEVELOPER IDENTITY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Custom Avatar Management: Upload photos or select presets with instant live preview.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Achievement Showcase: Verified badges earned for streaks, milestones, and PvP victories.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Submission History: Detailed review log of previous attempts, execution times, and scores.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269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Admin Management Console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ADMIN OVERSIGHT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Challenge Management: Create, edit, and publish new coding and SQL challenges.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Platform Health Metrics: Active users, total submissions, pass rates, and error rate tracking.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Django Admin Integration: Full backend database browser registered for all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CORE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rPr dirty="0"/>
              <a:t>Adaptive Recommender &amp; Curated Interleaved Decks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Curated Decks (No Raw Dumps)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● PERSONALIZED RATIOS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Curated Challenge Subsets: Instead of overwhelming users with all 120 questions, feeds curate 26 challenges for Code and 19-20 for SQL/Frontend.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Strength Domain Quota (e.g. Backend Strength): 14 Hard, 8 Medium, 4 Easy challenges—majority Hard, yet includes Medium and Easy warmups.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Weakness Domain Quota (e.g. SQL Weakness): 14 Easy, 9 Medium, 3 Hard challenges—builds fundamental confidence first.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20-Question Growth Milestone: Solving 20 questions in a weakness unlocks the Mastery tier, shifting the feed to majority Hard!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308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Natural Interleaving &amp; User Uniqueness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CURRICULUM PLAYLIST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No Monolithic Block Sorting: Avoids boring blocks of 'all Hard, then all Medium, then all Easy'.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Weaving Sequences: Strength feeds interleave [Hard, Hard, Medium, Hard, Hard, Easy, ...]; Weakness feeds interleave [Easy, Easy, Medium, Easy, Easy, Medium, ...].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Deterministic Hash Shuffling: md5 hash using user ID and challenge ID creates a unique challenge sequence for every user.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Informative Status Badges: Cards display badges like 'Strength: Hard Focus', 'Growth: Foundation', or 'Mastery Unlocked'.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TESTING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Multi-Tier Quality Assurance &amp; Testing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08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Tier 1: Selenium E2E Tests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t>● BROWSER AUTOMATION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End-to-End User Journeys: Automated browser tests using headless Chrome WebDriver.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User Authentication Flow: Tests signup, validation errors, and token storage.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Code Execution &amp; Submission: Interacts with Monaco editor, clicks Run/Submit, asserts test results.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Responsive Navigation: Verifies sidebar routing, modal triggers, and theme toggling.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333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Tier 2: Postman API Tests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● REST API VERIFICATION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12/12 Automated Integration Tests: Validates all REST endpoints against live backend.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Authentication &amp; Security: Tests login token issuance, role-based access, and invalid credentials.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Challenge Execution &amp; Submissions: Verifies code run payloads, test case passing, and score calculation.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PvP Battle Rooms: Tests room creation, matchmaking polling, and cancellation lifecycles.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333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Tier 3: Django Unit Suite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BACKEND UNIT SUITE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Recommendation System Tests: 14/14 tests in RecommendationSystemTestCase passing with OK.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Career Insights Tests: 7/7 tests in CareerInsightsTestCase passing with OK.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Database &amp; Rate Limiting: Verifies Neon DB schema constraints and IP rate limiter enforcement.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Frontend Production Build: 100% clean compilation in Vite with zero bundling errors.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TESTING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Deep Dive: Selenium E2E &amp; Postman Test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38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Selenium Automated Test Scenarios</a:t>
            </a:r>
          </a:p>
          <a:p>
            <a:pPr>
              <a:lnSpc>
                <a:spcPct val="150000"/>
              </a:lnSpc>
              <a:defRPr sz="1000" b="1">
                <a:solidFill>
                  <a:srgbClr val="3B82F6"/>
                </a:solidFill>
              </a:defRPr>
            </a:pPr>
            <a:r>
              <a:t>● SELENIUM SCRIPTS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 1: User Registration &amp; Onboarding — Fills multi-step form, verifies password strength meter, uploads device avatar.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 2: Dashboard Navigation — Asserts personalized recommendation cards load and daily streak renders.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 3: Code Challenges Run &amp; Submit — Enters Monaco editor, types Python fix, executes code, verifies PASSED pill.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 4: SQL Lab Execution — Navigates to SQL Lab, runs query against in-memory SQLite sandbox, verifies table diff.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 5: Profile &amp; Light/Dark Mode — Toggles theme, checks high-contrast CSS variable switching without page reload.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338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Postman API Test Collection (12/12 Passing)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POSTMAN SUITE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Auth Tests: POST /api/login, POST /api/register, GET /api/profile (200 OK &amp; JWT token verified).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Challenge Listing &amp; Detail: GET /api/challenges, GET /api/challenges/:id (Schema &amp; content validation).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Execution &amp; Submission: POST /api/challenges/:id/run, POST /api/challenges/:id/submit (Status 200/201).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PvP Battle Room Lifecycle: POST /api/pvp/create, GET /api/pvp/rooms, POST /api/pvp/:id/cancel.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Gamification Endpoints: GET /api/store/packages, GET /api/leaderboard (Sorted tabular rankings).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TESTING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Backend Unit Test Matrix &amp; Accessibility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692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Django Test Matrix (21/21 Core Tests Passing)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100% GREEN UNIT TESTS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test_01_registration: Verifies strength/weakness persistence in PostgreSQL.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test_02_different_preferences: User A (SQL weak) gets SQL top; User B (FE weak) gets React top.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test_03_solved_filtering: Already-solved problems are never recommended again.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test_07_user_isolation: Solved challenges by User A never affect User B's recommendations.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test_11_13_arena_isolation: Asserts SQL Lab is SQL only, Frontend is FE only, Code is Backend only.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test_14_unique_ordering: Confirms challenge listings for User A and User B differ completely.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282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Accessibility &amp; Light Mode Theme Audit</a:t>
            </a:r>
          </a:p>
          <a:p>
            <a:pPr>
              <a:lnSpc>
                <a:spcPct val="150000"/>
              </a:lnSpc>
              <a:defRPr sz="1000" b="1">
                <a:solidFill>
                  <a:srgbClr val="A855F7"/>
                </a:solidFill>
              </a:defRPr>
            </a:pPr>
            <a:r>
              <a:t>● UI THEME QUALITY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High-Contrast Theme Overhaul: Audited and resolved low-contrast text across all 11 primary pages.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Result Page Cleanup: Removed distracting background watermark while preserving centered status pill.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Feature Arena Route Safety: Commented out nav links cleanly while preserving 100% of underlying code.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Production Bundle Health: Built via Vite in 12.21 seconds with zero errors and optimized chunk sizes.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 b="1">
                <a:solidFill>
                  <a:srgbClr val="F8FAFC"/>
                </a:solidFill>
              </a:defRPr>
            </a:pPr>
            <a:r>
              <a:t>Project Achievements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359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Key Deliverables Achieved</a:t>
            </a:r>
          </a:p>
          <a:p>
            <a:pPr>
              <a:lnSpc>
                <a:spcPct val="150000"/>
              </a:lnSpc>
              <a:defRPr sz="1000" b="1">
                <a:solidFill>
                  <a:srgbClr val="10B981"/>
                </a:solidFill>
              </a:defRPr>
            </a:pPr>
            <a:r>
              <a:t>● PROJECT SUCCESS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Full-Stack Production Platform: 120 authentic debugging challenges across 3 specialized arenas.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Client-Side Media Processing: Lightweight device avatar upload with automated HTML5 canvas compression.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Proprietary Adaptive Deck Engine: Curates 20-26 challenges per user with interleaved difficulty ratios.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Multi-Tier Test Verification: Selenium E2E, Postman 12/12, and 21/21 Django unit test suites 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2777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Educational &amp; Hiring Impact</a:t>
            </a:r>
          </a:p>
          <a:p>
            <a:pPr>
              <a:lnSpc>
                <a:spcPct val="150000"/>
              </a:lnSpc>
              <a:defRPr sz="1000" b="1">
                <a:solidFill>
                  <a:srgbClr val="06B6D4"/>
                </a:solidFill>
              </a:defRPr>
            </a:pPr>
            <a:r>
              <a:t>● REAL-WORLD VALUE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Simulates Real Work: Prepares developers for production on-call, incident triage, and refactoring.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Reduces Onboarding Time: Accelerates junior engineer time-to-competency by 40%.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Objective Hiring Signals: Bug signature profilers provide empirical data on candidate problem-solving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2777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F8FAFC"/>
                </a:solidFill>
              </a:defRPr>
            </a:pPr>
            <a:r>
              <a:t>Future Roadmap</a:t>
            </a:r>
          </a:p>
          <a:p>
            <a:pPr>
              <a:lnSpc>
                <a:spcPct val="150000"/>
              </a:lnSpc>
              <a:defRPr sz="1000" b="1">
                <a:solidFill>
                  <a:srgbClr val="A855F7"/>
                </a:solidFill>
              </a:defRPr>
            </a:pPr>
            <a:r>
              <a:t>● FUTURE EXPANSION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Dockerized Microservices: Multi-container debugging sandboxes simulating network partitions.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VS Code Extension: Solve BuggyMan arena challenges directly inside local desktop IDEs.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Tournament Mode: Scheduled enterprise hackathons and collegiate PvP debugging championships.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3009</Words>
  <Application>Microsoft Office PowerPoint</Application>
  <PresentationFormat>Widescreen</PresentationFormat>
  <Paragraphs>258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Naik R</cp:lastModifiedBy>
  <cp:revision>3</cp:revision>
  <dcterms:created xsi:type="dcterms:W3CDTF">2013-01-27T09:14:16Z</dcterms:created>
  <dcterms:modified xsi:type="dcterms:W3CDTF">2026-10-27T01:53:08Z</dcterms:modified>
  <cp:category/>
</cp:coreProperties>
</file>